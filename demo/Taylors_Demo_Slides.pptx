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0"/>
            <a:ext cx="2377440" cy="5143500"/>
          </a:xfrm>
          <a:prstGeom prst="rect">
            <a:avLst/>
          </a:prstGeom>
          <a:solidFill>
            <a:srgbClr val="1E4538"/>
          </a:solidFill>
          <a:ln w="12700">
            <a:solidFill>
              <a:srgbClr val="1E453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502920"/>
            <a:ext cx="1280160" cy="14932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114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TIMOTHY TAYLOR'S APP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685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F5ECD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 built it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1554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C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weekend project, real data, shipped to production.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24128" y="2057400"/>
            <a:ext cx="13716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199339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brief, mapped the loop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170432" y="226771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C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check in → earn → redeem → share → log. Brief is sound, but built for older drinkers.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24128" y="2697480"/>
            <a:ext cx="13716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263347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what was missing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70432" y="290779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C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retention features younger users expect: streaks, freshness, social rounds, DD mode.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1024128" y="3337560"/>
            <a:ext cx="13716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70432" y="327355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in TT's brand world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70432" y="354787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C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palette, serif headings, barley crest. Mobile-first so it feels like the real app.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1024128" y="3977640"/>
            <a:ext cx="13716" cy="5029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70432" y="3913632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AI-paired the build, shipped live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70432" y="418795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C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TypeScript · Tailwind. 15 real TT pubs. Live URL on Vercel — see footer.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040880" y="2286000"/>
            <a:ext cx="1828800" cy="365760"/>
          </a:xfrm>
          <a:prstGeom prst="rect">
            <a:avLst/>
          </a:prstGeom>
          <a:solidFill>
            <a:srgbClr val="0F2419"/>
          </a:solidFill>
          <a:ln w="6350">
            <a:solidFill>
              <a:srgbClr val="C9A96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359152"/>
            <a:ext cx="219456" cy="21945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79792" y="23225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040880" y="2743200"/>
            <a:ext cx="1828800" cy="365760"/>
          </a:xfrm>
          <a:prstGeom prst="rect">
            <a:avLst/>
          </a:prstGeom>
          <a:solidFill>
            <a:srgbClr val="0F2419"/>
          </a:solidFill>
          <a:ln w="6350">
            <a:solidFill>
              <a:srgbClr val="C9A96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816352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479792" y="27797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7040880" y="3200400"/>
            <a:ext cx="1828800" cy="365760"/>
          </a:xfrm>
          <a:prstGeom prst="rect">
            <a:avLst/>
          </a:prstGeom>
          <a:solidFill>
            <a:srgbClr val="0F2419"/>
          </a:solidFill>
          <a:ln w="6350">
            <a:solidFill>
              <a:srgbClr val="C9A961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273552"/>
            <a:ext cx="219456" cy="21945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479792" y="3236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7040880" y="3657600"/>
            <a:ext cx="1828800" cy="365760"/>
          </a:xfrm>
          <a:prstGeom prst="rect">
            <a:avLst/>
          </a:prstGeom>
          <a:solidFill>
            <a:srgbClr val="0F2419"/>
          </a:solidFill>
          <a:ln w="6350">
            <a:solidFill>
              <a:srgbClr val="C9A961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730752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79792" y="3694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0" y="4690872"/>
            <a:ext cx="6766560" cy="914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5720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pPr indent="0" marL="0">
              <a:buNone/>
            </a:pPr>
            <a:r>
              <a:rPr lang="en-US" sz="11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1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taylors-pub-app.vercel.app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3474720" y="4773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E0C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· design · build  ·  Ciara Cherry  ·  ©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E4538"/>
          </a:solidFill>
          <a:ln w="12700">
            <a:solidFill>
              <a:srgbClr val="1E45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3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1E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brief, met in full — and a little more.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D8BF"/>
            </a:solidFill>
            <a:prstDash val="solid"/>
          </a:ln>
          <a:effectLst>
            <a:outerShdw sx="100000" sy="100000" kx="0" ky="0" algn="bl" rotWithShape="0" blurRad="76200" dist="12700" dir="5400000">
              <a:srgbClr val="0F2419">
                <a:alpha val="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544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streak, level, primary CTA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148840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D8BF"/>
            </a:solidFill>
            <a:prstDash val="solid"/>
          </a:ln>
          <a:effectLst>
            <a:outerShdw sx="100000" sy="100000" kx="0" ky="0" algn="bl" rotWithShape="0" blurRad="76200" dist="12700" dir="5400000">
              <a:srgbClr val="0F2419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4884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24028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real TT pubs. Vibe + freshness.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840480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D8BF"/>
            </a:solidFill>
            <a:prstDash val="solid"/>
          </a:ln>
          <a:effectLst>
            <a:outerShdw sx="100000" sy="100000" kx="0" ky="0" algn="bl" rotWithShape="0" blurRad="76200" dist="12700" dir="5400000">
              <a:srgbClr val="0F2419">
                <a:alpha val="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84048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Rewards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393192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vouchers · 1,000 pts = £1 · share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532120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D8BF"/>
            </a:solidFill>
            <a:prstDash val="solid"/>
          </a:ln>
          <a:effectLst>
            <a:outerShdw sx="100000" sy="100000" kx="0" ky="0" algn="bl" rotWithShape="0" blurRad="76200" dist="12700" dir="5400000">
              <a:srgbClr val="0F2419">
                <a:alpha val="6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5544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62356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cask quiz, flavour finder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7223760" y="1417320"/>
            <a:ext cx="1554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D8BF"/>
            </a:solidFill>
            <a:prstDash val="solid"/>
          </a:ln>
          <a:effectLst>
            <a:outerShdw sx="100000" sy="100000" kx="0" ky="0" algn="bl" rotWithShape="0" blurRad="76200" dist="12700" dir="5400000">
              <a:srgbClr val="0F2419">
                <a:alpha val="6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55448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23760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5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Passport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315200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Stamps, badges, shareable image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A38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LOYALTY LOOP   </a:t>
            </a:r>
            <a:pPr indent="0" marL="0">
              <a:buNone/>
            </a:pPr>
            <a:r>
              <a:rPr lang="en-US" sz="1100" i="1" dirty="0">
                <a:solidFill>
                  <a:srgbClr val="2C5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pub  →  Check in  →  Earn pts  →  Learn or quiz  →  Redeem by QR  →  Share  →  Stamp passport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B86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ADDED BEYOND THE BRIEF</a:t>
            </a:r>
            <a:endParaRPr lang="en-US" sz="100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840480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41248" y="38221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&amp; levels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50292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visit streak. Apprentice → Master Cellarman.</a:t>
            </a:r>
            <a:endParaRPr lang="en-US" sz="8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0240" y="3840480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2258568" y="38221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Cask freshness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192024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“Landlord tapped 2h ago.” Unique to cask. TT-defining.</a:t>
            </a:r>
            <a:endParaRPr lang="en-US" sz="8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840480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3675888" y="38221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mode</a:t>
            </a:r>
            <a:endParaRPr lang="en-US" sz="1100" dirty="0"/>
          </a:p>
        </p:txBody>
      </p:sp>
      <p:sp>
        <p:nvSpPr>
          <p:cNvPr id="35" name="Text 25"/>
          <p:cNvSpPr/>
          <p:nvPr/>
        </p:nvSpPr>
        <p:spPr>
          <a:xfrm>
            <a:off x="333756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points with friends to cover a round.</a:t>
            </a:r>
            <a:endParaRPr lang="en-US" sz="8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840480"/>
            <a:ext cx="274320" cy="27432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093208" y="38221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mode</a:t>
            </a:r>
            <a:endParaRPr lang="en-US" sz="1100" dirty="0"/>
          </a:p>
        </p:txBody>
      </p:sp>
      <p:sp>
        <p:nvSpPr>
          <p:cNvPr id="38" name="Text 27"/>
          <p:cNvSpPr/>
          <p:nvPr/>
        </p:nvSpPr>
        <p:spPr>
          <a:xfrm>
            <a:off x="475488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on soft drinks. Responsibility, rewarded.</a:t>
            </a:r>
            <a:endParaRPr lang="en-US" sz="85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72200" y="3840480"/>
            <a:ext cx="274320" cy="274320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510528" y="38221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stamp</a:t>
            </a:r>
            <a:endParaRPr lang="en-US" sz="1100" dirty="0"/>
          </a:p>
        </p:txBody>
      </p:sp>
      <p:sp>
        <p:nvSpPr>
          <p:cNvPr id="41" name="Text 29"/>
          <p:cNvSpPr/>
          <p:nvPr/>
        </p:nvSpPr>
        <p:spPr>
          <a:xfrm>
            <a:off x="617220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Insta image after every visit.</a:t>
            </a:r>
            <a:endParaRPr lang="en-US" sz="85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89520" y="3840480"/>
            <a:ext cx="274320" cy="27432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927848" y="38221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vibe + friends</a:t>
            </a:r>
            <a:endParaRPr lang="en-US" sz="1100" dirty="0"/>
          </a:p>
        </p:txBody>
      </p:sp>
      <p:sp>
        <p:nvSpPr>
          <p:cNvPr id="44" name="Text 31"/>
          <p:cNvSpPr/>
          <p:nvPr/>
        </p:nvSpPr>
        <p:spPr>
          <a:xfrm>
            <a:off x="7589520" y="4114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“Buzzing · 14 in.” See when mates check in nearby.</a:t>
            </a:r>
            <a:endParaRPr lang="en-US" sz="850" dirty="0"/>
          </a:p>
        </p:txBody>
      </p:sp>
      <p:sp>
        <p:nvSpPr>
          <p:cNvPr id="4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4538"/>
          </a:solidFill>
          <a:ln w="12700">
            <a:solidFill>
              <a:srgbClr val="1E4538"/>
            </a:solidFill>
            <a:prstDash val="solid"/>
          </a:ln>
        </p:spPr>
      </p:sp>
      <p:sp>
        <p:nvSpPr>
          <p:cNvPr id="46" name="Text 33"/>
          <p:cNvSpPr/>
          <p:nvPr/>
        </p:nvSpPr>
        <p:spPr>
          <a:xfrm>
            <a:off x="457200" y="48646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pPr indent="0" marL="0"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pubs   ·   </a:t>
            </a:r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pPr indent="0" marL="0"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 beers   ·   </a:t>
            </a:r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pPr indent="0" marL="0"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  ·   </a:t>
            </a:r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</a:t>
            </a:r>
            <a:pPr indent="0" marL="0"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  ·   </a:t>
            </a:r>
            <a:pPr indent="0" marL="0">
              <a:buNone/>
            </a:pPr>
            <a:r>
              <a:rPr lang="en-US" sz="10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pPr indent="0" marL="0">
              <a:buNone/>
            </a:pPr>
            <a:r>
              <a:rPr lang="en-US" sz="1000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 (Brontë &amp; Rails)</a:t>
            </a:r>
            <a:endParaRPr lang="en-US" sz="1000" dirty="0"/>
          </a:p>
        </p:txBody>
      </p:sp>
      <p:sp>
        <p:nvSpPr>
          <p:cNvPr id="47" name="Text 34"/>
          <p:cNvSpPr/>
          <p:nvPr/>
        </p:nvSpPr>
        <p:spPr>
          <a:xfrm>
            <a:off x="4937760" y="48646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0C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taylors-pub-app.vercel.app   ·   © Ciara Cherry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Timothy Taylor's app</dc:title>
  <dc:subject>PptxGenJS Presentation</dc:subject>
  <dc:creator>Timothy Taylor's app — interview demo</dc:creator>
  <cp:lastModifiedBy>Timothy Taylor's app — interview demo</cp:lastModifiedBy>
  <cp:revision>1</cp:revision>
  <dcterms:created xsi:type="dcterms:W3CDTF">2026-04-30T11:03:57Z</dcterms:created>
  <dcterms:modified xsi:type="dcterms:W3CDTF">2026-04-30T11:03:57Z</dcterms:modified>
</cp:coreProperties>
</file>